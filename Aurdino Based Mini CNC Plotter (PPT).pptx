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3" r:id="rId9"/>
    <p:sldId id="264" r:id="rId10"/>
    <p:sldId id="265" r:id="rId11"/>
    <p:sldId id="266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3340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https://i.ytimg.com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https://i.pinimg.com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https://hacksterio.s3.amazonaws.com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https://i.pinimg.com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rduino.cc/hardware/uno-rev3/" TargetMode="External"/><Relationship Id="rId7" Type="http://schemas.openxmlformats.org/officeDocument/2006/relationships/hyperlink" Target="https://winder.github.io/ugs_website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nkscape.org/learn/" TargetMode="External"/><Relationship Id="rId5" Type="http://schemas.openxmlformats.org/officeDocument/2006/relationships/hyperlink" Target="https://github.com/gnea/grbl" TargetMode="External"/><Relationship Id="rId4" Type="http://schemas.openxmlformats.org/officeDocument/2006/relationships/hyperlink" Target="https://docs.arduino.cc/software/ide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6754" y="267233"/>
            <a:ext cx="85235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/>
              <a:t>COOCHBEHAR GOVERNMENT ENGINEERING COLLEGE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9AC15D-64C6-E962-8388-99EEBD8E7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557" y="924962"/>
            <a:ext cx="1227908" cy="11364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78B239-9AB7-A585-DF49-CAABD77B51A9}"/>
              </a:ext>
            </a:extLst>
          </p:cNvPr>
          <p:cNvSpPr txBox="1"/>
          <p:nvPr/>
        </p:nvSpPr>
        <p:spPr>
          <a:xfrm>
            <a:off x="1993916" y="2177647"/>
            <a:ext cx="555889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PROJECT TOPIC: </a:t>
            </a:r>
            <a:r>
              <a:rPr lang="en-US" b="1" dirty="0"/>
              <a:t>ARDUINO BASED MINI CNC 2D PLOTTER</a:t>
            </a:r>
          </a:p>
          <a:p>
            <a:pPr algn="ctr"/>
            <a:r>
              <a:rPr lang="en-US" b="1" u="sng" dirty="0"/>
              <a:t>MENTOR:</a:t>
            </a:r>
            <a:r>
              <a:rPr lang="en-US" dirty="0"/>
              <a:t> DR. PALASH DAS</a:t>
            </a:r>
          </a:p>
          <a:p>
            <a:pPr algn="ctr"/>
            <a:r>
              <a:rPr lang="en-US" dirty="0"/>
              <a:t>BY</a:t>
            </a:r>
          </a:p>
          <a:p>
            <a:pPr algn="ctr"/>
            <a:r>
              <a:rPr lang="en-US" dirty="0"/>
              <a:t>PRIYANSHI MAKUR (</a:t>
            </a:r>
            <a:r>
              <a:rPr lang="en-US" b="1" dirty="0"/>
              <a:t>34900323037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PROLAY KAYAL (</a:t>
            </a:r>
            <a:r>
              <a:rPr lang="en-US" b="1" dirty="0"/>
              <a:t>34900323039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RAJORSI SINHARAY (</a:t>
            </a:r>
            <a:r>
              <a:rPr lang="en-US" b="1" dirty="0"/>
              <a:t>34900323041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RIJIYA SULTANA (</a:t>
            </a:r>
            <a:r>
              <a:rPr lang="en-US" b="1" dirty="0"/>
              <a:t>34900323042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RUPAYAN SARKAR (</a:t>
            </a:r>
            <a:r>
              <a:rPr lang="en-US" b="1" dirty="0"/>
              <a:t>34900323043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SNEHA ADHIKARY (</a:t>
            </a:r>
            <a:r>
              <a:rPr lang="en-US" b="1" dirty="0"/>
              <a:t>34900323049</a:t>
            </a:r>
            <a:r>
              <a:rPr lang="en-US" dirty="0"/>
              <a:t>) 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5108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u="sng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Arduino-Based Mini CNC Plotters</a:t>
            </a:r>
            <a:endParaRPr lang="en-US" sz="2400" u="sng" dirty="0"/>
          </a:p>
        </p:txBody>
      </p:sp>
      <p:sp>
        <p:nvSpPr>
          <p:cNvPr id="5" name="Text 1"/>
          <p:cNvSpPr/>
          <p:nvPr/>
        </p:nvSpPr>
        <p:spPr>
          <a:xfrm>
            <a:off x="353832" y="1351723"/>
            <a:ext cx="5180275" cy="27670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dirty="0"/>
              <a:t>An </a:t>
            </a:r>
            <a:r>
              <a:rPr lang="en-IN" sz="1600" b="1" dirty="0"/>
              <a:t>Arduino-Based Mini CNC Plotter</a:t>
            </a:r>
            <a:r>
              <a:rPr lang="en-IN" sz="1600" dirty="0"/>
              <a:t> is a compact, low-cost machine that automatically draws text, images, and designs on paper. It uses an </a:t>
            </a:r>
            <a:r>
              <a:rPr lang="en-IN" sz="1600" b="1" dirty="0"/>
              <a:t>Arduino Uno</a:t>
            </a:r>
            <a:r>
              <a:rPr lang="en-IN" sz="1600" dirty="0"/>
              <a:t>, </a:t>
            </a:r>
            <a:r>
              <a:rPr lang="en-IN" sz="1600" b="1" dirty="0"/>
              <a:t>stepper motors(28BYJ-48 stepper motor)</a:t>
            </a:r>
            <a:r>
              <a:rPr lang="en-IN" sz="1600" dirty="0"/>
              <a:t>, and  </a:t>
            </a:r>
            <a:r>
              <a:rPr lang="en-IN" sz="1600" b="1" dirty="0"/>
              <a:t>stepper motor driver(</a:t>
            </a:r>
            <a:r>
              <a:rPr lang="en-US" sz="16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ULN2003 or A4988)</a:t>
            </a:r>
            <a:r>
              <a:rPr lang="en-IN" sz="1600" b="1" dirty="0"/>
              <a:t> </a:t>
            </a:r>
            <a:r>
              <a:rPr lang="en-IN" sz="1600" dirty="0"/>
              <a:t>to control the movement of the pen along the X, Y, and Z axes. The plotter operates using </a:t>
            </a:r>
            <a:r>
              <a:rPr lang="en-IN" sz="1600" b="1" dirty="0"/>
              <a:t>G-code</a:t>
            </a:r>
            <a:r>
              <a:rPr lang="en-IN" sz="1600" dirty="0"/>
              <a:t> generated from digital designs, making it an excellent project for learning </a:t>
            </a:r>
            <a:r>
              <a:rPr lang="en-IN" sz="1600" b="1" dirty="0"/>
              <a:t>CNC technology, automation, and embedded systems</a:t>
            </a:r>
            <a:r>
              <a:rPr lang="en-IN" sz="1600" dirty="0"/>
              <a:t>.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5ECAA6-C887-D6AE-5029-2AA8F0FCF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107" y="1051560"/>
            <a:ext cx="3419062" cy="35452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472114" cy="5426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u="sng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Components and Hardware Requirements</a:t>
            </a:r>
            <a:r>
              <a:rPr lang="en-US" sz="2400" u="sng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</a:t>
            </a:r>
            <a:r>
              <a:rPr lang="en-US" sz="2400" b="1" u="sng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of a Mini CNC PLOTTER</a:t>
            </a:r>
            <a:endParaRPr lang="en-US" sz="2400" u="sng" dirty="0"/>
          </a:p>
        </p:txBody>
      </p:sp>
      <p:sp>
        <p:nvSpPr>
          <p:cNvPr id="5" name="Text 1"/>
          <p:cNvSpPr/>
          <p:nvPr/>
        </p:nvSpPr>
        <p:spPr>
          <a:xfrm>
            <a:off x="512859" y="948194"/>
            <a:ext cx="4114800" cy="37231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​</a:t>
            </a:r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To construct this mini CNC plotter, the following hardware components are required:</a:t>
            </a:r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​</a:t>
            </a:r>
            <a:r>
              <a:rPr lang="en-US" sz="1600" b="1" u="sng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Microcontroller:</a:t>
            </a:r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Arduino Uno (or Nano).</a:t>
            </a:r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​</a:t>
            </a:r>
            <a:r>
              <a:rPr lang="en-US" sz="1600" b="1" u="sng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Actuators:</a:t>
            </a:r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3x Hobby Stepper Motors (e.g., 28BYJ-48 or similar)</a:t>
            </a:r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​</a:t>
            </a:r>
            <a:r>
              <a:rPr lang="en-US" sz="1600" b="1" u="sng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Motor Drivers: </a:t>
            </a:r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3x Stepper Motor Driver Modules compatible with the motors (e.g., ULN2003 depending on motor specs) </a:t>
            </a:r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​Structure: 3D Printed Parts for the mechanical frame, axis rails, and pen holder mechanism </a:t>
            </a:r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​</a:t>
            </a:r>
            <a:r>
              <a:rPr lang="en-US" sz="1600" b="1" u="sng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Power Supply: </a:t>
            </a:r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External 5V to 9V DC Power Supply to power the motor drivers</a:t>
            </a:r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Jumper wires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Sunboard</a:t>
            </a:r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(for base)</a:t>
            </a:r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Screws</a:t>
            </a:r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D7B965-DF58-5D7A-4C14-833240C57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270" y="836876"/>
            <a:ext cx="2230341" cy="16121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7E2FB5B-1898-202B-0890-5FE9FDF6E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19" y="2647784"/>
            <a:ext cx="2123000" cy="20991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8F4EA0-DC0C-FB05-F3DC-9F876AE889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0900" y="2468879"/>
            <a:ext cx="2218414" cy="22780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92CC2C6-E874-D920-293D-16CDBF41514E}"/>
              </a:ext>
            </a:extLst>
          </p:cNvPr>
          <p:cNvSpPr txBox="1"/>
          <p:nvPr/>
        </p:nvSpPr>
        <p:spPr>
          <a:xfrm>
            <a:off x="4389119" y="4711149"/>
            <a:ext cx="1956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28BYJ-48 STEPPER MOTOR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7FE597-41B9-C9B6-53A3-81615B7F7B6C}"/>
              </a:ext>
            </a:extLst>
          </p:cNvPr>
          <p:cNvSpPr txBox="1"/>
          <p:nvPr/>
        </p:nvSpPr>
        <p:spPr>
          <a:xfrm>
            <a:off x="6764572" y="4572649"/>
            <a:ext cx="2600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ULN2003 STEPPER MOTOR DRIVER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20810" y="35781"/>
            <a:ext cx="8229600" cy="6321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u="sng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Design and Construction</a:t>
            </a:r>
            <a:endParaRPr lang="en-US" sz="2400" u="sng" dirty="0"/>
          </a:p>
        </p:txBody>
      </p:sp>
      <p:sp>
        <p:nvSpPr>
          <p:cNvPr id="5" name="Text 1"/>
          <p:cNvSpPr/>
          <p:nvPr/>
        </p:nvSpPr>
        <p:spPr>
          <a:xfrm>
            <a:off x="385638" y="667908"/>
            <a:ext cx="5172324" cy="44050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The </a:t>
            </a:r>
            <a:r>
              <a:rPr lang="en-IN" sz="1600" b="1" dirty="0"/>
              <a:t>frame</a:t>
            </a:r>
            <a:r>
              <a:rPr lang="en-IN" sz="1600" dirty="0"/>
              <a:t> is built using </a:t>
            </a:r>
            <a:r>
              <a:rPr lang="en-IN" sz="1600" b="1" dirty="0"/>
              <a:t>plywood</a:t>
            </a:r>
            <a:r>
              <a:rPr lang="en-IN" sz="1600" dirty="0"/>
              <a:t>, providing a rigid and stable structure for smooth operation.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The plotter uses </a:t>
            </a:r>
            <a:r>
              <a:rPr lang="en-IN" sz="1600" b="1" dirty="0"/>
              <a:t>two stepper motors</a:t>
            </a:r>
            <a:r>
              <a:rPr lang="en-IN" sz="1600" dirty="0"/>
              <a:t> to control movement along the </a:t>
            </a:r>
            <a:r>
              <a:rPr lang="en-IN" sz="1600" b="1" dirty="0"/>
              <a:t>X-axis</a:t>
            </a:r>
            <a:r>
              <a:rPr lang="en-IN" sz="1600" dirty="0"/>
              <a:t> and </a:t>
            </a:r>
            <a:r>
              <a:rPr lang="en-IN" sz="1600" b="1" dirty="0"/>
              <a:t>Y-axis</a:t>
            </a:r>
            <a:r>
              <a:rPr lang="en-IN" sz="1600" dirty="0"/>
              <a:t>, while a</a:t>
            </a:r>
            <a:r>
              <a:rPr lang="en-IN" sz="1600" b="1" dirty="0"/>
              <a:t> 28BYJ-48 stepper motor</a:t>
            </a:r>
            <a:r>
              <a:rPr lang="en-IN" sz="1600" dirty="0"/>
              <a:t> lifts and lowers the pen during plotting.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 An </a:t>
            </a:r>
            <a:r>
              <a:rPr lang="en-IN" sz="1600" b="1" dirty="0"/>
              <a:t>Arduino Uno</a:t>
            </a:r>
            <a:r>
              <a:rPr lang="en-IN" sz="1600" dirty="0"/>
              <a:t> acts as the main controller and sends control signals to the </a:t>
            </a:r>
            <a:r>
              <a:rPr lang="en-IN" sz="1600" b="1" dirty="0"/>
              <a:t>ULN2003 stepper motor drivers</a:t>
            </a:r>
            <a:r>
              <a:rPr lang="en-IN" sz="1600" dirty="0"/>
              <a:t>, which drive the motors with high precision.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 Mechanical components such as </a:t>
            </a:r>
            <a:r>
              <a:rPr lang="en-IN" sz="1600" b="1" dirty="0"/>
              <a:t>linear rods, timing belts, pulleys, and sliders</a:t>
            </a:r>
            <a:r>
              <a:rPr lang="en-IN" sz="1600" dirty="0"/>
              <a:t> ensure accurate and smooth movement in both directions.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All electronic components are connected according to the circuit diagram, powered by a </a:t>
            </a:r>
            <a:r>
              <a:rPr lang="en-IN" sz="1600" b="1" dirty="0"/>
              <a:t>5V to 9V DC supply</a:t>
            </a:r>
            <a:r>
              <a:rPr lang="en-IN" sz="1600" dirty="0"/>
              <a:t>, and calibrated to achieve precise and reliable drawing performance.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BD4C67-FC64-48F6-F4D2-36E720010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036" y="667908"/>
            <a:ext cx="3227504" cy="28704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CB7F0C-D3C6-73EB-6995-FF1B6C06CE40}"/>
              </a:ext>
            </a:extLst>
          </p:cNvPr>
          <p:cNvSpPr txBox="1"/>
          <p:nvPr/>
        </p:nvSpPr>
        <p:spPr>
          <a:xfrm>
            <a:off x="6180306" y="3747727"/>
            <a:ext cx="2289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CIRCUIT DIAGRAM</a:t>
            </a:r>
            <a:endParaRPr lang="en-IN" sz="16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447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u="sng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Hardware Setup</a:t>
            </a:r>
            <a:endParaRPr lang="en-US" sz="2400" u="sng" dirty="0"/>
          </a:p>
        </p:txBody>
      </p:sp>
      <p:sp>
        <p:nvSpPr>
          <p:cNvPr id="5" name="Text 1"/>
          <p:cNvSpPr/>
          <p:nvPr/>
        </p:nvSpPr>
        <p:spPr>
          <a:xfrm>
            <a:off x="457199" y="705677"/>
            <a:ext cx="5013298" cy="4263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system is built around an </a:t>
            </a:r>
            <a:r>
              <a:rPr lang="en-US" sz="1600" b="1" dirty="0"/>
              <a:t>Arduino Uno</a:t>
            </a:r>
            <a:r>
              <a:rPr lang="en-US" sz="1600" dirty="0"/>
              <a:t>, which acts as the main controller and executes the G-code instructions for the plotter.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ULN2003 stepper motor drivers </a:t>
            </a:r>
            <a:r>
              <a:rPr lang="en-US" sz="1600" dirty="0"/>
              <a:t>are connected to the Arduino to control the X-axis and Y-axis stepper motors, ensuring precise positioning and smooth movement.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 </a:t>
            </a:r>
            <a:r>
              <a:rPr lang="en-US" sz="16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28BYJ-48 stepper </a:t>
            </a:r>
            <a:r>
              <a:rPr lang="en-US" sz="1600" b="1" dirty="0"/>
              <a:t>motor </a:t>
            </a:r>
            <a:r>
              <a:rPr lang="en-US" sz="1600" dirty="0"/>
              <a:t>is mounted on the pen holder to lift and lower the pen during the drawing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All components are interconnected using jumper wires and powered by an external </a:t>
            </a:r>
            <a:r>
              <a:rPr lang="en-US" sz="1600" b="1" dirty="0"/>
              <a:t>5V to 9V DC power supply</a:t>
            </a:r>
            <a:r>
              <a:rPr lang="en-US" sz="1600" dirty="0"/>
              <a:t>, ensuring stable operation of the motors and controller.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After assembling the hardware, the plotter is tested and calibrated to achieve accurate and repeatable 2D plotting.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713749-E5D3-DB26-17F7-7C97D32D6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913" y="890545"/>
            <a:ext cx="3399734" cy="32590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423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u="sng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Software and Programming</a:t>
            </a:r>
            <a:endParaRPr lang="en-US" sz="2400" u="sng" dirty="0"/>
          </a:p>
        </p:txBody>
      </p:sp>
      <p:sp>
        <p:nvSpPr>
          <p:cNvPr id="5" name="Text 1"/>
          <p:cNvSpPr/>
          <p:nvPr/>
        </p:nvSpPr>
        <p:spPr>
          <a:xfrm>
            <a:off x="457200" y="689776"/>
            <a:ext cx="4687294" cy="4065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b="1" u="sng" dirty="0"/>
              <a:t>GRBL firmware </a:t>
            </a:r>
            <a:r>
              <a:rPr lang="en-US" sz="1600" dirty="0"/>
              <a:t>is uploaded to the Arduino Uno using the </a:t>
            </a:r>
            <a:r>
              <a:rPr lang="en-US" sz="1600" b="1" dirty="0"/>
              <a:t>Arduino IDE</a:t>
            </a:r>
            <a:r>
              <a:rPr lang="en-US" sz="1600" dirty="0"/>
              <a:t>, enabling it to interpret G-code commands and control the stepper motors.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u="sng" dirty="0"/>
              <a:t>Inkscape</a:t>
            </a:r>
            <a:r>
              <a:rPr lang="en-US" sz="1600" dirty="0"/>
              <a:t> is used to create or import images and convert them into </a:t>
            </a:r>
            <a:r>
              <a:rPr lang="en-US" sz="1600" b="1" dirty="0"/>
              <a:t>vector image </a:t>
            </a:r>
            <a:r>
              <a:rPr lang="en-US" sz="1600" dirty="0"/>
              <a:t>then we use </a:t>
            </a:r>
            <a:r>
              <a:rPr lang="en-US" sz="1600" b="1" u="sng" dirty="0" err="1"/>
              <a:t>Jscut</a:t>
            </a:r>
            <a:r>
              <a:rPr lang="en-US" sz="1600" dirty="0"/>
              <a:t> for covert them into </a:t>
            </a:r>
            <a:r>
              <a:rPr lang="en-US" sz="1600" b="1" dirty="0"/>
              <a:t>G-code</a:t>
            </a:r>
            <a:r>
              <a:rPr lang="en-US" sz="1600" dirty="0"/>
              <a:t>, which contains the movement instructions for the CNC plotter.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generated G-code is transmitted to the Arduino using </a:t>
            </a:r>
            <a:r>
              <a:rPr lang="en-US" sz="1600" b="1" u="sng" dirty="0"/>
              <a:t>Universal G-code Sender (UGS)</a:t>
            </a:r>
            <a:r>
              <a:rPr lang="en-US" sz="1600" dirty="0"/>
              <a:t>, which provides communication between the computer and the plotter.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Arduino processes the G-code and controls the </a:t>
            </a:r>
            <a:r>
              <a:rPr lang="en-US" sz="1600" u="sng" dirty="0"/>
              <a:t>X-axis, Y-axis, and pen holders</a:t>
            </a:r>
            <a:r>
              <a:rPr lang="en-US" sz="1600" dirty="0"/>
              <a:t>, allowing the pen to draw the desired pattern accurately.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software workflow ensures precise motion control, smooth plotting, and repeatable drawing performance.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D0D5CF-FC23-D962-13CB-CA7863A57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494" y="1143000"/>
            <a:ext cx="3935896" cy="29877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hatsApp Video 2026-07-16 at 1.30.01 PM">
            <a:hlinkClick r:id="" action="ppaction://media"/>
            <a:extLst>
              <a:ext uri="{FF2B5EF4-FFF2-40B4-BE49-F238E27FC236}">
                <a16:creationId xmlns:a16="http://schemas.microsoft.com/office/drawing/2014/main" id="{3372A3C9-4495-34C2-9AAA-2DE3D9D3224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84743" y="731520"/>
            <a:ext cx="6854025" cy="38881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EFAFA8-841C-E795-42E7-BB97D8B0CB63}"/>
              </a:ext>
            </a:extLst>
          </p:cNvPr>
          <p:cNvSpPr txBox="1"/>
          <p:nvPr/>
        </p:nvSpPr>
        <p:spPr>
          <a:xfrm>
            <a:off x="1335819" y="70289"/>
            <a:ext cx="6496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u="sng" dirty="0"/>
              <a:t>:Video Presentation of Arduino based Mini CNC Plotter: </a:t>
            </a:r>
          </a:p>
        </p:txBody>
      </p:sp>
    </p:spTree>
    <p:extLst>
      <p:ext uri="{BB962C8B-B14F-4D97-AF65-F5344CB8AC3E}">
        <p14:creationId xmlns:p14="http://schemas.microsoft.com/office/powerpoint/2010/main" val="996457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15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06125" y="329978"/>
            <a:ext cx="8229600" cy="598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u="sng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Applications and Uses:</a:t>
            </a:r>
            <a:endParaRPr lang="en-US" sz="2400" u="sng" dirty="0"/>
          </a:p>
        </p:txBody>
      </p:sp>
      <p:sp>
        <p:nvSpPr>
          <p:cNvPr id="5" name="Text 1"/>
          <p:cNvSpPr/>
          <p:nvPr/>
        </p:nvSpPr>
        <p:spPr>
          <a:xfrm>
            <a:off x="226612" y="928314"/>
            <a:ext cx="5736866" cy="3866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u="sng" dirty="0"/>
              <a:t>Engineering Drawing: </a:t>
            </a:r>
            <a:r>
              <a:rPr lang="en-US" sz="1600" dirty="0"/>
              <a:t>Used to draw precise diagrams, graphs, and geometric shapes for educational and technical purposes.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u="sng" dirty="0"/>
              <a:t>PCB Prototyping: </a:t>
            </a:r>
            <a:r>
              <a:rPr lang="en-US" sz="1600" dirty="0"/>
              <a:t>Helps create simple Printed Circuit Board (PCB) layouts before the manufacturing process.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u="sng" dirty="0"/>
              <a:t>Educational Projects: </a:t>
            </a:r>
            <a:r>
              <a:rPr lang="en-US" sz="1600" dirty="0"/>
              <a:t>Used in colleges and laboratories to demonstrate CNC technology, automation, robotics, and embedded systems.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u="sng" dirty="0"/>
              <a:t>Art and Design:</a:t>
            </a:r>
            <a:r>
              <a:rPr lang="en-US" sz="1600" dirty="0"/>
              <a:t> Capable of creating logos, calligraphy, sketches, greeting cards, and decorative patterns with high accuracy.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u="sng" dirty="0"/>
              <a:t>Signature and Document Automation: </a:t>
            </a:r>
            <a:r>
              <a:rPr lang="en-US" sz="1600" dirty="0"/>
              <a:t>Can automatically reproduce signatures, text, and repetitive drawings, reducing manual effort.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u="sng" dirty="0"/>
              <a:t>Research and DIY Projects: </a:t>
            </a:r>
            <a:r>
              <a:rPr lang="en-US" sz="1600" dirty="0"/>
              <a:t>An affordable and customizable platform for students, hobbyists, and researchers to develop CNC-based applications.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C72788-0048-75DF-8C8C-8901172B0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478" y="1232452"/>
            <a:ext cx="3112936" cy="30930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98417" y="346165"/>
            <a:ext cx="8229600" cy="693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u="sng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Advantages and Limitations:</a:t>
            </a:r>
            <a:endParaRPr lang="en-US" sz="2400" u="sng" dirty="0"/>
          </a:p>
        </p:txBody>
      </p:sp>
      <p:sp>
        <p:nvSpPr>
          <p:cNvPr id="5" name="Text 1"/>
          <p:cNvSpPr/>
          <p:nvPr/>
        </p:nvSpPr>
        <p:spPr>
          <a:xfrm>
            <a:off x="457200" y="936266"/>
            <a:ext cx="7796254" cy="37709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u="sng" dirty="0"/>
              <a:t>Advantages: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600" b="1" dirty="0"/>
              <a:t>Low Cost: </a:t>
            </a:r>
            <a:r>
              <a:rPr lang="en-US" sz="1600" dirty="0"/>
              <a:t>Built using affordable and easily available components such as Arduino Uno, stepper motors, and servo motors.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600" b="1" dirty="0"/>
              <a:t>Easy to Customize: </a:t>
            </a:r>
            <a:r>
              <a:rPr lang="en-US" sz="1600" dirty="0"/>
              <a:t>Open-source hardware and software allow users to modify and upgrade the system according to their requirements.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600" b="1" dirty="0"/>
              <a:t>High Accuracy: </a:t>
            </a:r>
            <a:r>
              <a:rPr lang="en-US" sz="1600" dirty="0"/>
              <a:t>Provides precise 2D drawing for educational projects, PCB layouts, and artwork.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u="sng" dirty="0"/>
              <a:t>Limitations: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600" b="1" dirty="0"/>
              <a:t>Limited Working Area: </a:t>
            </a:r>
            <a:r>
              <a:rPr lang="en-US" sz="1600" dirty="0"/>
              <a:t>Suitable only for small-scale drawings and prototypes.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600" b="1" dirty="0"/>
              <a:t>Lower Speed: </a:t>
            </a:r>
            <a:r>
              <a:rPr lang="en-US" sz="1600" dirty="0"/>
              <a:t>Operates slower than industrial CNC machines.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600" b="1" dirty="0"/>
              <a:t>Limited Functionality: </a:t>
            </a:r>
            <a:r>
              <a:rPr lang="en-US" sz="1600" dirty="0"/>
              <a:t>Primarily designed for 2D plotting; cannot cut or engrave hard materials without modifications.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600" b="1" dirty="0"/>
              <a:t>Calibration Required:</a:t>
            </a:r>
            <a:r>
              <a:rPr lang="en-US" sz="1600" dirty="0"/>
              <a:t> Proper alignment and periodic maintenance are necessary for accurate plotting.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u="sng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Developments and Improvements:</a:t>
            </a:r>
            <a:endParaRPr lang="en-US" sz="2400" u="sng" dirty="0"/>
          </a:p>
        </p:txBody>
      </p:sp>
      <p:sp>
        <p:nvSpPr>
          <p:cNvPr id="5" name="Text 1"/>
          <p:cNvSpPr/>
          <p:nvPr/>
        </p:nvSpPr>
        <p:spPr>
          <a:xfrm>
            <a:off x="457200" y="970059"/>
            <a:ext cx="8162014" cy="38802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u="sng" dirty="0"/>
              <a:t>Addition of a Z-Axis: </a:t>
            </a:r>
            <a:r>
              <a:rPr lang="en-US" sz="1600" dirty="0"/>
              <a:t>Upgrade the plotter to a 3-axis CNC machine for engraving, cutting, and light machining applications.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u="sng" dirty="0"/>
              <a:t>Wireless Control:</a:t>
            </a:r>
            <a:r>
              <a:rPr lang="en-US" sz="1600" dirty="0"/>
              <a:t> Integrate Bluetooth or Wi-Fi (ESP32/ESP8266) for remote monitoring and operation through a smartphone or computer.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u="sng" dirty="0"/>
              <a:t>Improved Precision: </a:t>
            </a:r>
            <a:r>
              <a:rPr lang="en-US" sz="1600" dirty="0"/>
              <a:t>Use linear guide rails, better stepper motors, and high-quality timing belts to increase drawing accuracy and reduce vibration.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u="sng" dirty="0"/>
              <a:t>Laser Engraving Module: </a:t>
            </a:r>
            <a:r>
              <a:rPr lang="en-US" sz="1600" dirty="0"/>
              <a:t>Replace the pen with a laser engraving module to engrave designs on wood, plastic, leather, and acrylic.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u="sng" dirty="0"/>
              <a:t>Automatic Pen Changer: </a:t>
            </a:r>
            <a:r>
              <a:rPr lang="en-US" sz="1600" dirty="0"/>
              <a:t>Design a mechanism to switch between multiple colored pens automatically for multicolor drawings.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u="sng" dirty="0"/>
              <a:t>AI and Image Processing:</a:t>
            </a:r>
            <a:r>
              <a:rPr lang="en-US" sz="1600" dirty="0"/>
              <a:t> Integrate Artificial Intelligence (AI) and image processing to automatically convert images into optimized G-code for faster and more accurate plotting.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1" y="3886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u="sng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References:</a:t>
            </a:r>
            <a:endParaRPr lang="en-US" sz="2400" u="sng" dirty="0"/>
          </a:p>
        </p:txBody>
      </p:sp>
      <p:sp>
        <p:nvSpPr>
          <p:cNvPr id="3" name="Text 1"/>
          <p:cNvSpPr/>
          <p:nvPr/>
        </p:nvSpPr>
        <p:spPr>
          <a:xfrm>
            <a:off x="457199" y="1143000"/>
            <a:ext cx="813020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Arduino. Arduino Uno Rev3 Documentation. Available: </a:t>
            </a:r>
            <a:r>
              <a:rPr lang="en-US" sz="1600" dirty="0">
                <a:hlinkClick r:id="rId3"/>
              </a:rPr>
              <a:t>https://docs.arduino.cc/hardware/uno-rev3/</a:t>
            </a:r>
            <a:endParaRPr lang="en-US" sz="1600" dirty="0"/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Arduino IDE Documentation. Available: </a:t>
            </a:r>
            <a:r>
              <a:rPr lang="en-US" sz="1600" dirty="0">
                <a:hlinkClick r:id="rId4"/>
              </a:rPr>
              <a:t>https://docs.arduino.cc/software/ide/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GRBL Project. GRBL: Open-Source CNC Firmware for Arduino. Available: </a:t>
            </a:r>
            <a:r>
              <a:rPr lang="en-US" sz="1600" dirty="0">
                <a:hlinkClick r:id="rId5"/>
              </a:rPr>
              <a:t>https://github.com/gnea/grbl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Inkscape Project. Inkscape User Guide. Available: </a:t>
            </a:r>
            <a:r>
              <a:rPr lang="en-US" sz="1600" dirty="0">
                <a:hlinkClick r:id="rId6"/>
              </a:rPr>
              <a:t>https://inkscape.org/learn/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Universal G-code Sender (UGS). Official Documentation. Available: </a:t>
            </a:r>
            <a:r>
              <a:rPr lang="en-US" sz="1600" dirty="0">
                <a:hlinkClick r:id="rId7"/>
              </a:rPr>
              <a:t>https://winder.github.io/ugs_website/</a:t>
            </a:r>
            <a:endParaRPr lang="en-US" sz="1600" dirty="0"/>
          </a:p>
          <a:p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2B210B-9A35-C57F-CD10-FC210696116C}"/>
              </a:ext>
            </a:extLst>
          </p:cNvPr>
          <p:cNvSpPr txBox="1"/>
          <p:nvPr/>
        </p:nvSpPr>
        <p:spPr>
          <a:xfrm>
            <a:off x="518808" y="1916821"/>
            <a:ext cx="81063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>Thank You</a:t>
            </a:r>
            <a:endParaRPr lang="en-IN" sz="7200" b="1" dirty="0"/>
          </a:p>
        </p:txBody>
      </p:sp>
    </p:spTree>
    <p:extLst>
      <p:ext uri="{BB962C8B-B14F-4D97-AF65-F5344CB8AC3E}">
        <p14:creationId xmlns:p14="http://schemas.microsoft.com/office/powerpoint/2010/main" val="3686536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0F47A88-7D1D-427B-A06D-8DDEFC745FC7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1250</Words>
  <Application>Microsoft Office PowerPoint</Application>
  <PresentationFormat>On-screen Show (16:9)</PresentationFormat>
  <Paragraphs>97</Paragraphs>
  <Slides>12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Optima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Aurdino Based Mini CNC Plotter</dc:title>
  <dc:subject>Aurdino Based Mini CNC Plotter</dc:subject>
  <dc:creator>SlideMake.com</dc:creator>
  <cp:lastModifiedBy>Prolay Kayal</cp:lastModifiedBy>
  <cp:revision>5</cp:revision>
  <dcterms:created xsi:type="dcterms:W3CDTF">2026-07-16T07:06:09Z</dcterms:created>
  <dcterms:modified xsi:type="dcterms:W3CDTF">2026-07-17T18:46:07Z</dcterms:modified>
</cp:coreProperties>
</file>